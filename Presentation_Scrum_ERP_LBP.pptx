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 ERP LBP REFACTO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Présentation de la gestion avec le Framework Scrum</a:t>
            </a:r>
          </a:p>
          <a:p>
            <a:r>
              <a:t>Évaluation - Exposé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Projet : ERP LBP REFACTO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PHP MVC légère, pensée pour être modulaire et évolutive.</a:t>
            </a:r>
          </a:p>
          <a:p>
            <a:r>
              <a:t>Objectif : Offrir un portail de sélection (Dashboard) de modules ERP.</a:t>
            </a:r>
          </a:p>
          <a:p>
            <a:r>
              <a:t>Modules prévus : Authentification, Ressources Humaines (RH), Administration, Espace Employé.</a:t>
            </a:r>
          </a:p>
          <a:p>
            <a:r>
              <a:t>Environnement : PHP 8, Apache, MySQL.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Rôles Scrum appliqués au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Owner (PO) : Représente les parties prenantes, porte la vision de l'ERP LBP, et gère le Product Backlog (ex: priorité sur le module RH).</a:t>
            </a:r>
          </a:p>
          <a:p>
            <a:r>
              <a:t>Scrum Master (SM) : Garant du cadre Scrum. Facilite les cérémonies, aide l'équipe à s'organiser et lève les obstacles techniques (ex: problèmes de configuration serveur Apache/MySQL).</a:t>
            </a:r>
          </a:p>
          <a:p>
            <a:r>
              <a:t>Équipe de Développement : Équipe pluridisciplinaire et auto-organisée de développeurs web (PHP, SQL, front-end) réalisant concrètement les modules MVC.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Événements Scrum appliqués au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Sprint : Cycle itératif (ex: 2 semaines) visant à livrer une version fonctionnelle de l'ERP.</a:t>
            </a:r>
          </a:p>
          <a:p>
            <a:r>
              <a:t>Sprint Planning : L'équipe sélectionne les User Stories du Backlog (ex: Système de connexion) à développer pendant le Sprint.</a:t>
            </a:r>
          </a:p>
          <a:p>
            <a:r>
              <a:t>Daily Scrum : Point quotidien de 15 minutes pour synchroniser les développeurs de l'ERP LBP.</a:t>
            </a:r>
          </a:p>
          <a:p>
            <a:r>
              <a:t>Sprint Review : Présentation de l'incrément (ex: Module RH terminé) aux parties prenantes.</a:t>
            </a:r>
          </a:p>
          <a:p>
            <a:r>
              <a:t>Sprint Rétrospective : Réflexion de l'équipe Scrum pour améliorer l'architecture MVC et le processus lors du prochain Sprint.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Artefacts Scrum appliqués au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Backlog : La liste unique et priorisée de toutes les exigences et fonctionnalités nécessaires à l'ERP (modules, refonte, base de données).</a:t>
            </a:r>
          </a:p>
          <a:p>
            <a:r>
              <a:t>Sprint Backlog : Le plan de l'équipe pour le Sprint, composé de l'Objectif du Sprint (ex: 'Rendre l'authentification opérationnelle') et des tâches associées.</a:t>
            </a:r>
          </a:p>
          <a:p>
            <a:r>
              <a:t>Incrément : La somme de tous les éléments terminés pendant le Sprint, intégrés à l'ERP LBP. Il doit respecter la 'Definition of Done' (code testé, documenté, utilisable).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Découpage en 3 modules et 9 fonctionnalités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 1 : Portail et Authentification</a:t>
            </a:r>
          </a:p>
          <a:p>
            <a:pPr lvl="1"/>
            <a:r>
              <a:t>1. Authentification centralisée (Login / Logout)</a:t>
            </a:r>
          </a:p>
          <a:p>
            <a:pPr lvl="1"/>
            <a:r>
              <a:t>2. Gestion des sessions utilisateurs (sécurité)</a:t>
            </a:r>
          </a:p>
          <a:p>
            <a:pPr lvl="1"/>
            <a:r>
              <a:t>3. Affichage du Dashboard (Portail des modules)</a:t>
            </a:r>
          </a:p>
          <a:p>
            <a:pPr/>
            <a:r>
              <a:t>Module 2 : Ressources Humaines (RH)</a:t>
            </a:r>
          </a:p>
          <a:p>
            <a:pPr lvl="1"/>
            <a:r>
              <a:t>4. Ajout et édition de fiches employés</a:t>
            </a:r>
          </a:p>
          <a:p>
            <a:pPr lvl="1"/>
            <a:r>
              <a:t>5. Consultation du répertoire du personnel</a:t>
            </a:r>
          </a:p>
          <a:p>
            <a:pPr lvl="1"/>
            <a:r>
              <a:t>6. Gestion et demande de congés</a:t>
            </a:r>
          </a:p>
          <a:p>
            <a:pPr/>
            <a:r>
              <a:t>Module 3 : Administration du Système</a:t>
            </a:r>
          </a:p>
          <a:p>
            <a:pPr lvl="1"/>
            <a:r>
              <a:t>7. Gestion des rôles et autorisations (RBAC)</a:t>
            </a:r>
          </a:p>
          <a:p>
            <a:pPr lvl="1"/>
            <a:r>
              <a:t>8. Activation du mode maintenance de l'ERP</a:t>
            </a:r>
          </a:p>
          <a:p>
            <a:pPr lvl="1"/>
            <a:r>
              <a:t>9. Visualisation des logs systèmes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Backlog (User Stories)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029200"/>
                <a:gridCol w="9144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Estimation (Pts)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qu'utilisateur, je veux m'authentifier pour accéder au portail ERP.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que système, je veux gérer la session pour sécuriser la navigation.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qu'utilisateur, je veux voir un Dashboard pour choisir mon module.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que manager, je veux ajouter un employé pour enrichir la base de données.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qu'employé, je veux consulter l'annuaire pour contacter un collègue.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qu'employé, je veux demander un congé pour planifier mes vacances.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qu'admin, je veux gérer les permissions pour sécuriser les modules.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qu'admin, je veux activer la maintenance pour mettre à jour le système.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 tant qu'admin, je veux voir les logs système pour débugger les erreurs.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