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ERP LBP REFACTO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Gestion de projet avec le framework Scrum</a:t>
            </a:r>
          </a:p>
          <a:p>
            <a:r>
              <a:t>Évaluation Continue - Exposé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0"/>
            <a:ext cx="1371600" cy="674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Sommaire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Présentation de l'Entreprise LBP</a:t>
            </a:r>
          </a:p>
          <a:p>
            <a:r>
              <a:t>2. Le Projet ERP LBP</a:t>
            </a:r>
          </a:p>
          <a:p>
            <a:r>
              <a:t>3. Le Framework Scrum : Définitions et Rôles</a:t>
            </a:r>
          </a:p>
          <a:p>
            <a:r>
              <a:t>4. Notre rythme de travail (Les Événements)</a:t>
            </a:r>
          </a:p>
          <a:p>
            <a:r>
              <a:t>5. Nos outils de suivi (Les Artefacts)</a:t>
            </a:r>
          </a:p>
          <a:p>
            <a:r>
              <a:t>6. Découpage fonctionnel (3 modules)</a:t>
            </a:r>
          </a:p>
          <a:p>
            <a:r>
              <a:t>7. Extrait de notre Product Backlog</a:t>
            </a:r>
          </a:p>
          <a:p>
            <a:r>
              <a:t>8. Conclusion et bilan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Présentation de l'entreprise LBP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LBP est une organisation qui connaît une forte évolution de ses effectifs et de ses besoins internes.</a:t>
            </a:r>
          </a:p>
          <a:p>
            <a:pPr/>
            <a:r>
              <a:t>Problématique actuelle :</a:t>
            </a:r>
          </a:p>
          <a:p>
            <a:pPr lvl="1"/>
            <a:r>
              <a:t>Les processus RH et administratifs étaient gérés de manière éparpillée (fichiers Excel, emails...).</a:t>
            </a:r>
          </a:p>
          <a:p>
            <a:pPr/>
            <a:r>
              <a:t>L'objectif pour LBP :</a:t>
            </a:r>
          </a:p>
          <a:p>
            <a:pPr lvl="1"/>
            <a:r>
              <a:t>Centraliser l'information pour gagner en efficacité.</a:t>
            </a:r>
          </a:p>
          <a:p>
            <a:pPr lvl="1"/>
            <a:r>
              <a:t>Sécuriser l'accès aux données sensibles (employés, congés, droits).</a:t>
            </a:r>
          </a:p>
          <a:p>
            <a:pPr lvl="1"/>
            <a:r>
              <a:t>Se doter d'un outil sur mesure, évolutif et moderne.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 Projet : ERP LBP REFACTO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 répondre aux besoins de LBP, nous avons conçu un ERP (Enterprise Resource Planning) modulaire.</a:t>
            </a:r>
          </a:p>
          <a:p>
            <a:pPr/>
            <a:r>
              <a:t>La solution technique :</a:t>
            </a:r>
          </a:p>
          <a:p>
            <a:pPr lvl="1"/>
            <a:r>
              <a:t>Architecture PHP MVC légère (Modèle-Vue-Contrôleur).</a:t>
            </a:r>
          </a:p>
          <a:p>
            <a:pPr lvl="1"/>
            <a:r>
              <a:t>Socle technique : PHP 8, MySQL, Apache.</a:t>
            </a:r>
          </a:p>
          <a:p>
            <a:pPr/>
            <a:r>
              <a:t>L'enjeu projet :</a:t>
            </a:r>
          </a:p>
          <a:p>
            <a:pPr lvl="1"/>
            <a:r>
              <a:t>Construire ce système bloc par bloc en évitant de s'éparpiller.</a:t>
            </a:r>
          </a:p>
          <a:p>
            <a:pPr lvl="1"/>
            <a:r>
              <a:t>Utiliser la méthode Scrum pour livrer de la valeur rapidement et s'adapter aux retours du client LBP.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Scrum : Les Rôles et notre organisation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Une équipe Scrum est pluridisciplinaire, auto-gérée et concentrée sur un Product Goal.</a:t>
            </a:r>
          </a:p>
          <a:p>
            <a:pPr/>
            <a:r>
              <a:t>Product Owner (PO) : Maximise la valeur du produit et gère le Backlog.</a:t>
            </a:r>
          </a:p>
          <a:p>
            <a:pPr lvl="1"/>
            <a:r>
              <a:t>Chez nous : Il a joué le rôle de client pour LBP, a choisi de prioriser le module RH et a découpé nos besoins en User Stories.</a:t>
            </a:r>
          </a:p>
          <a:p>
            <a:pPr/>
            <a:r>
              <a:t>Scrum Master (SM) : Facilitateur et garant du cadre Scrum (Servant-Leader).</a:t>
            </a:r>
          </a:p>
          <a:p>
            <a:pPr lvl="1"/>
            <a:r>
              <a:t>Chez nous : Il animait nos réunions, chronométrait, et nous aidait à résoudre les conflits Git.</a:t>
            </a:r>
          </a:p>
          <a:p>
            <a:pPr/>
            <a:r>
              <a:t>Developers (Équipe) : Les professionnels qui créent l'incrément à chaque Sprint.</a:t>
            </a:r>
          </a:p>
          <a:p>
            <a:pPr lvl="1"/>
            <a:r>
              <a:t>Chez nous : L'équipe solidaire qui a codé l'architecture MVC et les différentes pages PHP.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Scrum : Les Événements (Cérémonies)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Le Sprint est le cœur de Scrum (1 mois max). Il contient 4 événements formels :</a:t>
            </a:r>
          </a:p>
          <a:p>
            <a:pPr/>
            <a:r>
              <a:t>1. Sprint Planning : Définit le but (Sprint Goal) et comment le travail sera réalisé.</a:t>
            </a:r>
          </a:p>
          <a:p>
            <a:pPr lvl="1"/>
            <a:r>
              <a:t>Chez nous : On sélectionnait ensemble les fonctionnalités à coder pour le Sprint.</a:t>
            </a:r>
          </a:p>
          <a:p>
            <a:pPr/>
            <a:r>
              <a:t>2. Daily Scrum : Point de 15 min de l'équipe pour se synchroniser.</a:t>
            </a:r>
          </a:p>
          <a:p>
            <a:pPr lvl="1"/>
            <a:r>
              <a:t>Chez nous : Point rapide pour s'entraider sur le code (ex: "Je bloque sur la session PHP").</a:t>
            </a:r>
          </a:p>
          <a:p>
            <a:pPr/>
            <a:r>
              <a:t>3. Sprint Review : Présentation de l'Incrément pour inspection et adaptation.</a:t>
            </a:r>
          </a:p>
          <a:p>
            <a:pPr lvl="1"/>
            <a:r>
              <a:t>Chez nous : On démontrait le module finalisé (comme la page de connexion).</a:t>
            </a:r>
          </a:p>
          <a:p>
            <a:pPr/>
            <a:r>
              <a:t>4. Sprint Retrospective : Réflexion sur l'amélioration continue.</a:t>
            </a:r>
          </a:p>
          <a:p>
            <a:pPr lvl="1"/>
            <a:r>
              <a:t>Chez nous : Moment d'honnêteté pour mieux s'organiser sur le Sprint suivant.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Scrum : Les Artefacts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Définition : Ce sont les outils qui apportent la transparence pour l'inspection.</a:t>
            </a:r>
          </a:p>
          <a:p>
            <a:pPr/>
            <a:r>
              <a:t>Product Backlog : Liste unique, ordonnée et émergente de tout ce qui est nécessaire au produit.</a:t>
            </a:r>
          </a:p>
          <a:p>
            <a:pPr lvl="1"/>
            <a:r>
              <a:t>Chez nous : Notre "To-Do List" globale de l'ERP gérée exclusivement par le PO.</a:t>
            </a:r>
          </a:p>
          <a:p>
            <a:pPr/>
            <a:r>
              <a:t>Sprint Backlog : L'objectif du Sprint et les éléments du Product Backlog sélectionnés.</a:t>
            </a:r>
          </a:p>
          <a:p>
            <a:pPr lvl="1"/>
            <a:r>
              <a:t>Chez nous : Notre plan d'action immédiat sur lequel on s'était engagé.</a:t>
            </a:r>
          </a:p>
          <a:p>
            <a:pPr/>
            <a:r>
              <a:t>L'Incrément : Résultat utilisable qui répond à la Definition of Done.</a:t>
            </a:r>
          </a:p>
          <a:p>
            <a:pPr lvl="1"/>
            <a:r>
              <a:t>Chez nous : Une version de l'ERP LBP qui tourne localement, testée et sans erreurs critiques.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Découpage fonctionnel de l'ERP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système est structuré en 3 blocs principaux comprenant chacun 3 fonctionnalités :</a:t>
            </a:r>
          </a:p>
          <a:p>
            <a:pPr/>
            <a:r>
              <a:t>1. Le Portail et l'Authentification</a:t>
            </a:r>
          </a:p>
          <a:p>
            <a:pPr lvl="1"/>
            <a:r>
              <a:t>Connexion sécurisée via Email/Mot de passe.</a:t>
            </a:r>
          </a:p>
          <a:p>
            <a:pPr lvl="1"/>
            <a:r>
              <a:t>Gestion sécurisée des sessions (expiration automatique).</a:t>
            </a:r>
          </a:p>
          <a:p>
            <a:pPr lvl="1"/>
            <a:r>
              <a:t>Affichage dynamique du dashboard selon les droits de l'employé.</a:t>
            </a:r>
          </a:p>
          <a:p>
            <a:pPr/>
            <a:r>
              <a:t>2. Le Module Ressources Humaines (RH)</a:t>
            </a:r>
          </a:p>
          <a:p>
            <a:pPr lvl="1"/>
            <a:r>
              <a:t>Création et édition d'une fiche employé dans la BDD.</a:t>
            </a:r>
          </a:p>
          <a:p>
            <a:pPr lvl="1"/>
            <a:r>
              <a:t>Visualisation de l'annuaire du personnel.</a:t>
            </a:r>
          </a:p>
          <a:p>
            <a:pPr lvl="1"/>
            <a:r>
              <a:t>Soumission et traitement des demandes de congés.</a:t>
            </a:r>
          </a:p>
          <a:p>
            <a:pPr/>
            <a:r>
              <a:t>3. Le Module Administration</a:t>
            </a:r>
          </a:p>
          <a:p>
            <a:pPr lvl="1"/>
            <a:r>
              <a:t>Attribution des rôles et des autorisations (Administrateur / Standard).</a:t>
            </a:r>
          </a:p>
          <a:p>
            <a:pPr lvl="1"/>
            <a:r>
              <a:t>Activation du mode maintenance de l'ERP.</a:t>
            </a:r>
          </a:p>
          <a:p>
            <a:pPr lvl="1"/>
            <a:r>
              <a:t>Consultation des logs d'erreurs système depuis une interface dédiée.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Extrait de notre Product Backlog</a:t>
            </a:r>
          </a:p>
        </p:txBody>
      </p:sp>
      <p:pic>
        <p:nvPicPr>
          <p:cNvPr id="3" name="Picture 2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8686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30352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Story (En tant que... je veux... afin de...)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Taille (Points)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qu'utilisateur, je veux m'authentifier, afin d'accéder à l'ERP.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1 - 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que système, je veux expirer la session, pour sécuriser l'accès.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qu'utilisateur, je veux voir le dashboard, pour choisir un module.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1 - 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que RH, je veux ajouter un employé, pour peupler la BDD.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qu'employé, je veux voir l'annuaire, pour contacter un collègue.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3 - 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qu'employé, je veux demander un congé, pour mes vacances.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3 - 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attribuer des rôles, pour cloisonner les accès.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activer la maintenance, pour faire des MAJ.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4 - 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visualiser les logs, pour tracer les bugs.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4 - 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 et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que l'approche Scrum nous a apporté sur ce projet ERP LBP :</a:t>
            </a:r>
          </a:p>
          <a:p>
            <a:r>
              <a:t>Une clarté théorique et pratique : Chaque cérémonie et chaque artefact a trouvé sa place dans notre travail.</a:t>
            </a:r>
          </a:p>
          <a:p>
            <a:r>
              <a:t>Focus sur la valeur : En livrant des incréments par itération, nous avions très vite une application fonctionnelle plutôt qu'un gros code non testé à la fin.</a:t>
            </a:r>
          </a:p>
          <a:p>
            <a:r>
              <a:t>Capacité d'adaptation : Si un module s'avérait trop complexe, on pouvait réestimer le Backlog avec le PO.</a:t>
            </a:r>
          </a:p>
          <a:p>
            <a:r>
              <a:t>En résumé, Scrum a été un véritable pilier pour la réussite et l'organisation de ce projet d'étude.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 de votre attention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Avez-vous des questions sur notre organisation Scrum ou sur l'ERP LBP ?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"/>
            <a:ext cx="1371600" cy="674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